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98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kanserbes/smart-appointment-syste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21408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-1097280"/>
            <a:ext cx="3200400" cy="3200400"/>
          </a:xfrm>
          <a:prstGeom prst="ellipse">
            <a:avLst/>
          </a:prstGeom>
          <a:solidFill>
            <a:srgbClr val="0284C7">
              <a:alpha val="15000"/>
            </a:srgbClr>
          </a:solidFill>
          <a:ln w="12700">
            <a:solidFill>
              <a:srgbClr val="0284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640080"/>
            <a:ext cx="2286000" cy="2286000"/>
          </a:xfrm>
          <a:prstGeom prst="ellipse">
            <a:avLst/>
          </a:prstGeom>
          <a:solidFill>
            <a:srgbClr val="0284C7">
              <a:alpha val="25000"/>
            </a:srgbClr>
          </a:solidFill>
          <a:ln w="12700">
            <a:solidFill>
              <a:srgbClr val="0284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Yapay Zeka Destekli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Yazılım Test Mühendisliği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sistemlerinin kalitesini güvence altına almada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zekanın rolü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3657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Berkan Serbes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822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132320" y="24688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İÇİNDEKİLER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Sunum Akışı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416052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73152" cy="7132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36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9385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 Nedir?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41448"/>
            <a:ext cx="416052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73152" cy="7132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2788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Yapay Zekaya İhtiyaç Duyuyoruz?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416052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73152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337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3639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Zekanın Test Süreçlerinde Kullanıldığı Durumlar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613916"/>
            <a:ext cx="39776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613916"/>
            <a:ext cx="73152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16596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0328" y="19613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Popüler Yapay Zeka Destekli Test Araçları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87168"/>
            <a:ext cx="39776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7315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2532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0328" y="28346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2788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6572" y="31135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D97706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57309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Yazılım Test Mühendisliği Nedir?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321040" cy="84124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91440" cy="8412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16736"/>
            <a:ext cx="8046720" cy="80467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mühendisliği; bir yazılım sisteminin işlevsel doğruluğunu, güvenilirliğini ve kalitesini sistematik yöntemlerle doğrulayan, hataları erkenden tespit eden ve yazılımın gereksinimleri karşıladığını güvence altına alan mühendislik disiplinidir.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65176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>
                <a:alpha val="7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265176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2316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9848" y="2395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Doğrulama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(Verification)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6072" y="2907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doğru mu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inşa edildi?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2286000"/>
            <a:ext cx="2651760" cy="13258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>
                <a:alpha val="7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27832" y="2286000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42316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86200" y="2395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Geçerleme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(Validation)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392424" y="2907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yazılım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mı inşa edildi?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44184" y="2286000"/>
            <a:ext cx="265176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7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44184" y="228600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242316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02552" y="2395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Yönetimi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(Bug Management)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208776" y="2907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 erken bulunup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raporlanır ve izlenir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638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Neden Yapay Zekaya İhtiyaç Duyuyoruz?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069080" cy="17190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7315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218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1453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 Kısıtı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9202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CI/CD pipeline'ları saatler içinde deploy gerektiriyor. Manuel test süreçleri bu hıza yetişemez ve release döngülerini yavaşlatır.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69080" cy="17190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325880"/>
            <a:ext cx="7315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721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453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Hatası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9202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 test senaryolarında dikkat dağılması kaçınılmazdır. Yorgunluk ve rutin, kritik hataların gözden kaçmasına zemin hazırlar.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11480" y="3200400"/>
            <a:ext cx="4069080" cy="17190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11480" y="3200400"/>
            <a:ext cx="7315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4670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 Yetersizliği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436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Büyüyen kod tabanında tüm test senaryolarını manuel oluşturmak ve sürdürmek neredeyse imkânsız hale gelir.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200400"/>
            <a:ext cx="4069080" cy="17190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63440" y="3200400"/>
            <a:ext cx="7315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4670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21808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Bakım Yükü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veya API değişikliklerinde test script'lerini güncel tutmak ciddi zaman ve kaynak tüketir.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638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Yapay Zekanın Test Süreçlerinde Kullanıldığı Durumlar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269748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0876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9659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Senaryosu Üretimi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404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ve gereksinim analizi yaparak kapsamlı test case'ler otomatik üretir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32588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91840" y="132588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0876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9659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Test Önceliklendirme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2404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Değişen koda göre kritik alanları tespit edip önce oraları test eder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72200" y="132588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72200" y="1325880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5087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9659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Regresyon Testi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63640" y="2404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UI'da beklenmedik görsel değişiklikleri algılar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11480" y="301752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11480" y="301752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2004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" y="36576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Öz-İyileştiren Test Script'leri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40965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değiştiğinde test kodunu otomatik olarak günceller ve onarır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91840" y="301752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291840" y="3017520"/>
            <a:ext cx="269748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00400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83280" y="36576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 &amp; Log Analizi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83280" y="40965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loglarındaki anormal durumları gerçek zamanlı tespit eder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172200" y="3017520"/>
            <a:ext cx="2697480" cy="15361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6172200" y="301752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200400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63640" y="36576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 Test Optimizasyonu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263640" y="40965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 ve stres testlerini analiz ederek darboğazları tahmin eder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638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Popüler Yapay Zeka Destekli Test Araçları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06908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73152" cy="1554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435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Applitools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8648" y="149047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284C7">
              <a:alpha val="20000"/>
            </a:srgbClr>
          </a:solidFill>
          <a:ln w="12700">
            <a:solidFill>
              <a:srgbClr val="0284C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Yapay Zeka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1892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motoru ile UI ekranlarını anlamsal düzeyde karşılaştırır. Piksel değil; layout, renk ve içerik uyumsuzluklarını yakalar.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06908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73152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435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Mabl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50608" y="149047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E2E Otomasyon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1892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değişikliklerini öğrenerek test script'lerini otomatik onarır. CI/CD entegrasyonu ve trend analizi sunar.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044952"/>
            <a:ext cx="406908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044952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98648" y="32095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98648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ile Stabil 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öğrenimi ile dinamik web elementlerini güvenilir biçimde bulur. Hızlı otomasyon geliştirme ve ekip iş birliğine odaklanır.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044952"/>
            <a:ext cx="406908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044952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Diffblue Cover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50608" y="32095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50608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Unit 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kodunu analiz ederek sıfırdan unit test yazar. </a:t>
            </a:r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Teşekkürler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A1BEB2-63CA-7024-9D0B-D868820B52E4}"/>
              </a:ext>
            </a:extLst>
          </p:cNvPr>
          <p:cNvSpPr txBox="1"/>
          <p:nvPr/>
        </p:nvSpPr>
        <p:spPr>
          <a:xfrm>
            <a:off x="0" y="2297405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F2137"/>
                </a:solidFill>
                <a:latin typeface="Arial Black" pitchFamily="34" charset="0"/>
              </a:rPr>
              <a:t>Dinlediğiniz için teşekkür ederim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82B6-8300-893F-530A-AF0E1BEF678C}"/>
              </a:ext>
            </a:extLst>
          </p:cNvPr>
          <p:cNvSpPr txBox="1"/>
          <p:nvPr/>
        </p:nvSpPr>
        <p:spPr>
          <a:xfrm>
            <a:off x="0" y="339003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GitHub Repository: </a:t>
            </a:r>
            <a:r>
              <a:rPr lang="en-US" dirty="0">
                <a:hlinkClick r:id="rId3"/>
              </a:rPr>
              <a:t>github.com/berkanserbes/smart-appointment-system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404</Words>
  <Application>Microsoft Office PowerPoint</Application>
  <PresentationFormat>On-screen Show (16:9)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YZ Destekli Yazılım Test Mühendisliği</dc:title>
  <dc:subject>PptxGenJS Presentation</dc:subject>
  <dc:creator>PptxGenJS</dc:creator>
  <cp:lastModifiedBy>Berkan Serbes</cp:lastModifiedBy>
  <cp:revision>19</cp:revision>
  <dcterms:created xsi:type="dcterms:W3CDTF">2026-05-15T06:13:46Z</dcterms:created>
  <dcterms:modified xsi:type="dcterms:W3CDTF">2026-05-15T13:15:35Z</dcterms:modified>
</cp:coreProperties>
</file>