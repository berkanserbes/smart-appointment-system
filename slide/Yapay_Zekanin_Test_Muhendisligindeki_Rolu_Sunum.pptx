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369826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9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194560"/>
          </a:xfrm>
          <a:prstGeom prst="rect">
            <a:avLst/>
          </a:prstGeom>
          <a:solidFill>
            <a:srgbClr val="0F2137"/>
          </a:solidFill>
          <a:ln w="12700">
            <a:solidFill>
              <a:srgbClr val="0F21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2121408"/>
            <a:ext cx="9144000" cy="7315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766560" y="-1097280"/>
            <a:ext cx="3200400" cy="3200400"/>
          </a:xfrm>
          <a:prstGeom prst="ellipse">
            <a:avLst/>
          </a:prstGeom>
          <a:solidFill>
            <a:srgbClr val="0284C7">
              <a:alpha val="15000"/>
            </a:srgbClr>
          </a:solidFill>
          <a:ln w="12700">
            <a:solidFill>
              <a:srgbClr val="0284C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223760" y="-640080"/>
            <a:ext cx="2286000" cy="2286000"/>
          </a:xfrm>
          <a:prstGeom prst="ellipse">
            <a:avLst/>
          </a:prstGeom>
          <a:solidFill>
            <a:srgbClr val="0284C7">
              <a:alpha val="25000"/>
            </a:srgbClr>
          </a:solidFill>
          <a:ln w="12700">
            <a:solidFill>
              <a:srgbClr val="0284C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22860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Yapay Zeka Destekli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02920" y="86868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Yazılım Test Mühendisliği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02920" y="242316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Yazılım sistemlerinin kalitesini güvence altına almada</a:t>
            </a:r>
            <a:endParaRPr lang="en-US" sz="1400" dirty="0"/>
          </a:p>
          <a:p>
            <a:pPr marL="0" indent="0" algn="l">
              <a:buNone/>
            </a:pPr>
            <a:r>
              <a:rPr lang="en-US" sz="14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yapay zekanın rolü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246120"/>
            <a:ext cx="3657600" cy="228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" y="3429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F21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Berkan Serbes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" y="38221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>
            <a:alphaModFix amt="90000"/>
          </a:blip>
          <a:stretch>
            <a:fillRect/>
          </a:stretch>
        </p:blipFill>
        <p:spPr>
          <a:xfrm>
            <a:off x="7132320" y="2468880"/>
            <a:ext cx="1691640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İÇİNDEKİLER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1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Sunum Akışı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207008"/>
            <a:ext cx="8321040" cy="228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591056"/>
            <a:ext cx="4160520" cy="713232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73152" cy="71323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636776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66928" y="193852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Yazılım Test Mühendisliği Nedir?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2441448"/>
            <a:ext cx="4160520" cy="713232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11480" y="2441448"/>
            <a:ext cx="73152" cy="71323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66928" y="2487168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66928" y="278892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Yapay Zekaya İhtiyaç Duyuyoruz?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11480" y="3291840"/>
            <a:ext cx="4160520" cy="713232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11480" y="3291840"/>
            <a:ext cx="73152" cy="71323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66928" y="333756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66928" y="363931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Yapay Zekanın Test Süreçlerinde Kullanıldığı Durumlar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613916"/>
            <a:ext cx="3977640" cy="713232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754880" y="1613916"/>
            <a:ext cx="73152" cy="71323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910328" y="1659636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910328" y="196138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Popüler Yapay Zeka Destekli Test Araçları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54880" y="2487168"/>
            <a:ext cx="3977640" cy="713232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754880" y="2487168"/>
            <a:ext cx="73152" cy="7132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910328" y="2532888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910328" y="283464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Teşekkürler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10328" y="278892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6572" y="311353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600" b="1" dirty="0">
              <a:solidFill>
                <a:srgbClr val="D97706"/>
              </a:solidFill>
              <a:latin typeface="Arial Black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857309" y="1645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164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50292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1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Yazılım Test Mühendisliği Nedir?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11480" y="1207008"/>
            <a:ext cx="8321040" cy="228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298448"/>
            <a:ext cx="8321040" cy="841248"/>
          </a:xfrm>
          <a:prstGeom prst="rect">
            <a:avLst/>
          </a:prstGeom>
          <a:solidFill>
            <a:srgbClr val="E0F2FE"/>
          </a:solidFill>
          <a:ln w="12700">
            <a:solidFill>
              <a:srgbClr val="0284C7"/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298448"/>
            <a:ext cx="91440" cy="84124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94360" y="1316736"/>
            <a:ext cx="8046720" cy="804672"/>
          </a:xfrm>
          <a:prstGeom prst="rect">
            <a:avLst/>
          </a:prstGeom>
          <a:noFill/>
          <a:ln/>
        </p:spPr>
        <p:txBody>
          <a:bodyPr wrap="square" lIns="0" tIns="127000" rIns="12700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0F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Yazılım test mühendisliği; bir yazılım sisteminin işlevsel doğruluğunu, güvenilirliğini ve kalitesini sistematik yöntemlerle doğrulayan, hataları erkenden tespit eden ve yazılımın gereksinimleri karşıladığını güvence altına alan mühendislik disiplinidir.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2286000"/>
            <a:ext cx="2651760" cy="1325880"/>
          </a:xfrm>
          <a:prstGeom prst="rect">
            <a:avLst/>
          </a:prstGeom>
          <a:solidFill>
            <a:srgbClr val="E0F2FE"/>
          </a:solidFill>
          <a:ln w="12700">
            <a:solidFill>
              <a:srgbClr val="0284C7">
                <a:alpha val="70000"/>
              </a:srgbClr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11480" y="2286000"/>
            <a:ext cx="2651760" cy="6400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2423160"/>
            <a:ext cx="384048" cy="38404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069848" y="239572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F21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Doğrulama</a:t>
            </a:r>
            <a:endParaRPr lang="en-US" sz="1150" dirty="0"/>
          </a:p>
          <a:p>
            <a:pPr marL="0" indent="0" algn="l">
              <a:buNone/>
            </a:pPr>
            <a:r>
              <a:rPr lang="en-US" sz="1150" b="1" dirty="0">
                <a:solidFill>
                  <a:srgbClr val="0F21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(Verification)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76072" y="2907792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Yazılım doğru mu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inşa edildi?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227832" y="2286000"/>
            <a:ext cx="2651760" cy="1325880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>
                <a:alpha val="70000"/>
              </a:srgbClr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3227832" y="2286000"/>
            <a:ext cx="2651760" cy="6400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2424" y="2423160"/>
            <a:ext cx="384048" cy="38404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886200" y="239572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F21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Geçerleme</a:t>
            </a:r>
            <a:endParaRPr lang="en-US" sz="1150" dirty="0"/>
          </a:p>
          <a:p>
            <a:pPr marL="0" indent="0" algn="l">
              <a:buNone/>
            </a:pPr>
            <a:r>
              <a:rPr lang="en-US" sz="1150" b="1" dirty="0">
                <a:solidFill>
                  <a:srgbClr val="0F21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(Validation)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3392424" y="2907792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 yazılım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mı inşa edildi?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044184" y="2286000"/>
            <a:ext cx="2651760" cy="132588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>
                <a:alpha val="70000"/>
              </a:srgbClr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6044184" y="2286000"/>
            <a:ext cx="2651760" cy="640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8776" y="2423160"/>
            <a:ext cx="384048" cy="38404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702552" y="239572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F21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Hata Yönetimi</a:t>
            </a:r>
            <a:endParaRPr lang="en-US" sz="1150" dirty="0"/>
          </a:p>
          <a:p>
            <a:pPr marL="0" indent="0" algn="l">
              <a:buNone/>
            </a:pPr>
            <a:r>
              <a:rPr lang="en-US" sz="1150" b="1" dirty="0">
                <a:solidFill>
                  <a:srgbClr val="0F21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(Bug Management)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6208776" y="2907792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Hatalar erken bulunup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raporlanır ve izlenir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863840" y="1645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164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50292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1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Neden Yapay Zekaya İhtiyaç Duyuyoruz?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11480" y="1207008"/>
            <a:ext cx="8321040" cy="228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25880"/>
            <a:ext cx="4069080" cy="1719072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325880"/>
            <a:ext cx="73152" cy="171907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472184"/>
            <a:ext cx="365760" cy="3657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69848" y="145389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1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Hız Kısıtı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94360" y="192024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CI/CD pipeline'ları saatler içinde deploy gerektiriyor. Manuel test süreçleri bu hıza yetişemez ve release döngülerini yavaşlatır.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663440" y="1325880"/>
            <a:ext cx="4069080" cy="1719072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663440" y="1325880"/>
            <a:ext cx="73152" cy="171907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472184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321808" y="145389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1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İnsan Hatası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4846320" y="192024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Tekrar eden test senaryolarında dikkat dağılması kaçınılmazdır. Yorgunluk ve rutin, kritik hataların gözden kaçmasına zemin hazırlar.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11480" y="3200400"/>
            <a:ext cx="4069080" cy="1719072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11480" y="3200400"/>
            <a:ext cx="73152" cy="171907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3346704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069848" y="332841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1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Kapsam Yetersizliği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594360" y="379476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Büyüyen kod tabanında tüm test senaryolarını manuel oluşturmak ve sürdürmek neredeyse imkânsız hale gelir.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663440" y="3200400"/>
            <a:ext cx="4069080" cy="1719072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4663440" y="3200400"/>
            <a:ext cx="73152" cy="171907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3346704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321808" y="332841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1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Bakım Yükü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4846320" y="379476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veya API değişikliklerinde test script'lerini güncel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tutmak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ciddi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zaman ve kaynak tüketir; testler kolayca eskir.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863840" y="1645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164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50292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1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Yapay Zekanın Test Süreçlerinde Kullanıldığı Durumlar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11480" y="1207008"/>
            <a:ext cx="8321040" cy="228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25880"/>
            <a:ext cx="2697480" cy="1536192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325880"/>
            <a:ext cx="2697480" cy="6400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508760"/>
            <a:ext cx="384048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02920" y="1965960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21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Senaryosu Üretimi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02920" y="2404872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 ve gereksinim analizi yaparak kapsamlı test case'ler otomatik üretir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291840" y="1325880"/>
            <a:ext cx="2697480" cy="1536192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291840" y="1325880"/>
            <a:ext cx="2697480" cy="6400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432" y="1508760"/>
            <a:ext cx="384048" cy="38404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383280" y="1965960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21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Akıllı Test Önceliklendirme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3383280" y="2404872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Değişen koda göre kritik alanları tespit edip önce oraları test eder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172200" y="1325880"/>
            <a:ext cx="2697480" cy="1536192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6172200" y="1325880"/>
            <a:ext cx="2697480" cy="640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1508760"/>
            <a:ext cx="384048" cy="38404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63640" y="1965960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21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Görsel Regresyon Testi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6263640" y="2404872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UI'da beklenmedik görsel değişiklikleri algılar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411480" y="3017520"/>
            <a:ext cx="2697480" cy="1536192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411480" y="3017520"/>
            <a:ext cx="2697480" cy="640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" y="3200400"/>
            <a:ext cx="384048" cy="38404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02920" y="3657600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21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Öz-İyileştiren Test Script'leri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502920" y="4096512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Arayüz değiştiğinde test kodunu otomatik olarak günceller ve onarır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3291840" y="3017520"/>
            <a:ext cx="2697480" cy="1536192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2"/>
          <p:cNvSpPr/>
          <p:nvPr/>
        </p:nvSpPr>
        <p:spPr>
          <a:xfrm>
            <a:off x="3291840" y="3017520"/>
            <a:ext cx="2697480" cy="6400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56432" y="3200400"/>
            <a:ext cx="384048" cy="384048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3383280" y="3657600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21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Anomali &amp; Log Analizi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3383280" y="4096512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Uygulama loglarındaki anormal durumları gerçek zamanlı tespit eder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6172200" y="3017520"/>
            <a:ext cx="2697480" cy="1536192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26"/>
          <p:cNvSpPr/>
          <p:nvPr/>
        </p:nvSpPr>
        <p:spPr>
          <a:xfrm>
            <a:off x="6172200" y="3017520"/>
            <a:ext cx="2697480" cy="6400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36792" y="3200400"/>
            <a:ext cx="384048" cy="384048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6263640" y="3657600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21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Performans Test Optimizasyonu</a:t>
            </a:r>
            <a:endParaRPr lang="en-US" sz="1200" dirty="0"/>
          </a:p>
        </p:txBody>
      </p:sp>
      <p:sp>
        <p:nvSpPr>
          <p:cNvPr id="36" name="Text 28"/>
          <p:cNvSpPr/>
          <p:nvPr/>
        </p:nvSpPr>
        <p:spPr>
          <a:xfrm>
            <a:off x="6263640" y="4096512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 ve stres testlerini analiz ederek darboğazları tahmin eder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863840" y="1645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164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50292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21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Popüler Yapay Zeka Destekli Test Araçları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11480" y="1207008"/>
            <a:ext cx="8321040" cy="228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25880"/>
            <a:ext cx="4069080" cy="155448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325880"/>
            <a:ext cx="73152" cy="15544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12648" y="143560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1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Applitools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898648" y="1490472"/>
            <a:ext cx="1463040" cy="274320"/>
          </a:xfrm>
          <a:prstGeom prst="roundRect">
            <a:avLst>
              <a:gd name="adj" fmla="val 20000"/>
            </a:avLst>
          </a:prstGeom>
          <a:solidFill>
            <a:srgbClr val="0284C7">
              <a:alpha val="20000"/>
            </a:srgbClr>
          </a:solidFill>
          <a:ln w="12700">
            <a:solidFill>
              <a:srgbClr val="0284C7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898648" y="14904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Görsel Yapay Zeka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12648" y="189280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AI motoru ile UI ekranlarını anlamsal düzeyde karşılaştırır. Piksel değil; layout, renk ve içerik uyumsuzluklarını yakalar.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63440" y="1325880"/>
            <a:ext cx="4069080" cy="155448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663440" y="1325880"/>
            <a:ext cx="73152" cy="155448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64608" y="143560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1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Mabl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150608" y="1490472"/>
            <a:ext cx="1463040" cy="274320"/>
          </a:xfrm>
          <a:prstGeom prst="roundRect">
            <a:avLst>
              <a:gd name="adj" fmla="val 20000"/>
            </a:avLst>
          </a:prstGeom>
          <a:solidFill>
            <a:srgbClr val="059669">
              <a:alpha val="20000"/>
            </a:srgbClr>
          </a:solidFill>
          <a:ln w="12700">
            <a:solidFill>
              <a:srgbClr val="059669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150608" y="14904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Akıllı E2E Otomasyon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864608" y="189280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Uygulama değişikliklerini öğrenerek test script'lerini otomatik onarır. CI/CD entegrasyonu ve trend analizi sunar.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3044952"/>
            <a:ext cx="4069080" cy="155448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11480" y="3044952"/>
            <a:ext cx="73152" cy="15544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12648" y="315468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1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Testim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2898648" y="3209544"/>
            <a:ext cx="1463040" cy="274320"/>
          </a:xfrm>
          <a:prstGeom prst="roundRect">
            <a:avLst>
              <a:gd name="adj" fmla="val 20000"/>
            </a:avLst>
          </a:prstGeom>
          <a:solidFill>
            <a:srgbClr val="D97706">
              <a:alpha val="20000"/>
            </a:srgbClr>
          </a:solidFill>
          <a:ln w="12700">
            <a:solidFill>
              <a:srgbClr val="D97706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898648" y="320954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ile Stabil Test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12648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Makine öğrenimi ile dinamik web elementlerini güvenilir biçimde bulur. Hızlı otomasyon geliştirme ve ekip iş birliğine odaklanır.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663440" y="3044952"/>
            <a:ext cx="4069080" cy="155448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663440" y="3044952"/>
            <a:ext cx="73152" cy="15544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864608" y="315468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1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Diffblue Cover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150608" y="3209544"/>
            <a:ext cx="1463040" cy="274320"/>
          </a:xfrm>
          <a:prstGeom prst="roundRect">
            <a:avLst>
              <a:gd name="adj" fmla="val 20000"/>
            </a:avLst>
          </a:prstGeom>
          <a:solidFill>
            <a:srgbClr val="7C3AED">
              <a:alpha val="20000"/>
            </a:srgbClr>
          </a:solidFill>
          <a:ln w="12700">
            <a:solidFill>
              <a:srgbClr val="7C3AED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150608" y="320954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Otomatik Unit Test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64608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kodunu analiz ederek sıfırdan unit test yazar. </a:t>
            </a:r>
          </a:p>
          <a:p>
            <a:pPr marL="0" indent="0">
              <a:buNone/>
            </a:pP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63840" y="1645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2743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Teşekkürler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502920" y="2331720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3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3A1BEB2-63CA-7024-9D0B-D868820B52E4}"/>
              </a:ext>
            </a:extLst>
          </p:cNvPr>
          <p:cNvSpPr txBox="1"/>
          <p:nvPr/>
        </p:nvSpPr>
        <p:spPr>
          <a:xfrm>
            <a:off x="2811781" y="2245154"/>
            <a:ext cx="45785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0F2137"/>
                </a:solidFill>
                <a:latin typeface="Arial Black" pitchFamily="34" charset="0"/>
              </a:rPr>
              <a:t>Dinlediğiniz için teşekkür ederim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</TotalTime>
  <Words>398</Words>
  <Application>Microsoft Office PowerPoint</Application>
  <PresentationFormat>On-screen Show (16:9)</PresentationFormat>
  <Paragraphs>80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YZ Destekli Yazılım Test Mühendisliği</dc:title>
  <dc:subject>PptxGenJS Presentation</dc:subject>
  <dc:creator>PptxGenJS</dc:creator>
  <cp:lastModifiedBy>Berkan Serbes</cp:lastModifiedBy>
  <cp:revision>14</cp:revision>
  <dcterms:created xsi:type="dcterms:W3CDTF">2026-05-15T06:13:46Z</dcterms:created>
  <dcterms:modified xsi:type="dcterms:W3CDTF">2026-05-15T10:19:57Z</dcterms:modified>
</cp:coreProperties>
</file>