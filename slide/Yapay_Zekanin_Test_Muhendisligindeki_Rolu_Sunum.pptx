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6982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erkanserbes/smart-appointment-syste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194560"/>
          </a:xfrm>
          <a:prstGeom prst="rect">
            <a:avLst/>
          </a:prstGeom>
          <a:solidFill>
            <a:srgbClr val="0F2137"/>
          </a:solidFill>
          <a:ln w="12700">
            <a:solidFill>
              <a:srgbClr val="0F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121408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-1097280"/>
            <a:ext cx="3200400" cy="3200400"/>
          </a:xfrm>
          <a:prstGeom prst="ellipse">
            <a:avLst/>
          </a:prstGeom>
          <a:solidFill>
            <a:srgbClr val="0284C7">
              <a:alpha val="15000"/>
            </a:srgbClr>
          </a:solidFill>
          <a:ln w="12700">
            <a:solidFill>
              <a:srgbClr val="0284C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0" y="-640080"/>
            <a:ext cx="2286000" cy="2286000"/>
          </a:xfrm>
          <a:prstGeom prst="ellipse">
            <a:avLst/>
          </a:prstGeom>
          <a:solidFill>
            <a:srgbClr val="0284C7">
              <a:alpha val="25000"/>
            </a:srgbClr>
          </a:solidFill>
          <a:ln w="12700">
            <a:solidFill>
              <a:srgbClr val="0284C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2286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Yapay Zeka Destekli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8686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Yazılım Test Mühendisliği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sistemlerinin kalitesini güvence altına almada</a:t>
            </a:r>
            <a:endParaRPr lang="en-US" sz="1400" dirty="0"/>
          </a:p>
          <a:p>
            <a:pPr marL="0" indent="0" algn="l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zekanın rolü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246120"/>
            <a:ext cx="3657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3429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Berkan Serbes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3822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7132320" y="2468880"/>
            <a:ext cx="169164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İÇİNDEKİLER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Sunum Akışı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591056"/>
            <a:ext cx="416052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73152" cy="7132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36776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6928" y="193852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Mühendisliği Nedir?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441448"/>
            <a:ext cx="416052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441448"/>
            <a:ext cx="73152" cy="7132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248716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66928" y="278892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Yapay Zekaya İhtiyaç Duyuyoruz?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291840"/>
            <a:ext cx="416052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3291840"/>
            <a:ext cx="73152" cy="7132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3337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Zekanın Test Süreçlerinde Kullanıldığı Durumlar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613916"/>
            <a:ext cx="397764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1613916"/>
            <a:ext cx="73152" cy="7132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1659636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196138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Popüler Yapay Zeka Destekli Test Araçları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487168"/>
            <a:ext cx="397764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2487168"/>
            <a:ext cx="73152" cy="7132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10328" y="25328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10328" y="283464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10328" y="27889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6572" y="311353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600" b="1" dirty="0">
              <a:solidFill>
                <a:srgbClr val="D97706"/>
              </a:solidFill>
              <a:latin typeface="Arial Black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57309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Yazılım Test Mühendisliği Nedir?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841248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298448"/>
            <a:ext cx="91440" cy="8412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316736"/>
            <a:ext cx="8046720" cy="804672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F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mühendisliği; bir yazılım sisteminin işlevsel doğruluğunu, güvenilirliğini ve kalitesini sistematik yöntemlerle doğrulayan, hataları erkenden tespit eden ve yazılımın gereksinimleri karşıladığını güvence altına alan mühendislik disiplinidir.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286000"/>
            <a:ext cx="2651760" cy="1325880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>
                <a:alpha val="7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286000"/>
            <a:ext cx="2651760" cy="640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423160"/>
            <a:ext cx="384048" cy="3840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69848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Doğrulama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(Verification)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76072" y="29077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doğru mu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inşa edildi?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7832" y="2286000"/>
            <a:ext cx="2651760" cy="132588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>
                <a:alpha val="7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227832" y="2286000"/>
            <a:ext cx="265176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24231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886200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Geçerleme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(Validation)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3392424" y="29077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yazılım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 inşa edildi?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044184" y="2286000"/>
            <a:ext cx="2651760" cy="132588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>
                <a:alpha val="7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044184" y="2286000"/>
            <a:ext cx="265176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2423160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702552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Hata Yönetimi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(Bug Management)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208776" y="29077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Hatalar erken bulunup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raporlanır ve izlenir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Neden Yapay Zekaya İhtiyaç Duyuyoruz?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7218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69848" y="1453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 Kısıtı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" y="19202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CI/CD pipeline'ları saatler içinde deploy gerektiriyor. Manuel test süreçleri bu hıza yetişemez ve release döngülerini yavaşlatır.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63440" y="132588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472184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21808" y="1453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İnsan Hatası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846320" y="19202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 eden test senaryolarında dikkat dağılması kaçınılmazdır. Yorgunluk ve rutin, kritik hataların gözden kaçmasına zemin hazırlar.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1480" y="320040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11480" y="320040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34670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9848" y="33284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Kapsam Yetersizliği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94360" y="37947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Büyüyen kod tabanında tüm test senaryolarını manuel oluşturmak ve sürdürmek neredeyse imkânsız hale gelir.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663440" y="320040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663440" y="320040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346704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21808" y="33284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Bakım Yükü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846320" y="37947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veya API değişikliklerinde test script'lerini güncel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tutmak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ciddi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zaman ve kaynak tüketir; testler kolayca eskir.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Yapay Zekanın Test Süreçlerinde Kullanıldığı Durumlar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2697480" cy="640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0876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965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Senaryosu Üretimi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24048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ve gereksinim analizi yaparak kapsamlı test case'ler otomatik üretir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91840" y="132588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91840" y="1325880"/>
            <a:ext cx="269748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508760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83280" y="1965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Akıllı Test Önceliklendirme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24048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Değişen koda göre kritik alanları tespit edip önce oraları test eder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72200" y="132588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172200" y="1325880"/>
            <a:ext cx="269748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508760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1965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Regresyon Testi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63640" y="24048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UI'da beklenmedik görsel değişiklikleri algılar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11480" y="301752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11480" y="301752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200400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02920" y="365760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Öz-İyileştiren Test Script'leri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02920" y="40965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Arayüz değiştiğinde test kodunu otomatik olarak günceller ve onarır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91840" y="301752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291840" y="3017520"/>
            <a:ext cx="2697480" cy="640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3200400"/>
            <a:ext cx="384048" cy="3840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383280" y="365760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 &amp; Log Analizi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3383280" y="40965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loglarındaki anormal durumları gerçek zamanlı tespit eder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301752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6"/>
          <p:cNvSpPr/>
          <p:nvPr/>
        </p:nvSpPr>
        <p:spPr>
          <a:xfrm>
            <a:off x="6172200" y="3017520"/>
            <a:ext cx="269748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6792" y="3200400"/>
            <a:ext cx="384048" cy="38404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63640" y="365760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Performans Test Optimizasyonu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6263640" y="40965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 ve stres testlerini analiz ederek darboğazları tahmin eder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Popüler Yapay Zeka Destekli Test Araçları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73152" cy="1554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2648" y="14356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Applitools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98648" y="1490472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284C7">
              <a:alpha val="20000"/>
            </a:srgbClr>
          </a:solidFill>
          <a:ln w="12700">
            <a:solidFill>
              <a:srgbClr val="0284C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98648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Yapay Zeka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2648" y="18928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AI motoru ile UI ekranlarını anlamsal düzeyde karşılaştırır. Piksel değil; layout, renk ve içerik uyumsuzluklarını yakalar.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325880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1325880"/>
            <a:ext cx="73152" cy="1554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64608" y="14356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Mabl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50608" y="1490472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50608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Akıllı E2E Otomasyon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64608" y="18928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değişikliklerini öğrenerek test script'lerini otomatik onarır. CI/CD entegrasyonu ve trend analizi sunar.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044952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3044952"/>
            <a:ext cx="73152" cy="1554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2648" y="31546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98648" y="3209544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D97706">
              <a:alpha val="20000"/>
            </a:srgbClr>
          </a:solidFill>
          <a:ln w="12700">
            <a:solidFill>
              <a:srgbClr val="D9770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98648" y="32095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ile Stabil Test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2648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 öğrenimi ile dinamik web elementlerini güvenilir biçimde bulur. Hızlı otomasyon geliştirme ve ekip iş birliğine odaklanır.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63440" y="3044952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3044952"/>
            <a:ext cx="73152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64608" y="31546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Diffblue Cover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50608" y="3209544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50608" y="32095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 Unit Test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64608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kodunu analiz ederek sıfırdan unit test yazar. </a:t>
            </a:r>
          </a:p>
          <a:p>
            <a:pPr marL="0" indent="0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274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Teşekkürler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A1BEB2-63CA-7024-9D0B-D868820B52E4}"/>
              </a:ext>
            </a:extLst>
          </p:cNvPr>
          <p:cNvSpPr txBox="1"/>
          <p:nvPr/>
        </p:nvSpPr>
        <p:spPr>
          <a:xfrm>
            <a:off x="0" y="2297405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0F2137"/>
                </a:solidFill>
                <a:latin typeface="Arial Black" pitchFamily="34" charset="0"/>
              </a:rPr>
              <a:t>Dinlediğiniz için teşekkür ederim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182B6-8300-893F-530A-AF0E1BEF678C}"/>
              </a:ext>
            </a:extLst>
          </p:cNvPr>
          <p:cNvSpPr txBox="1"/>
          <p:nvPr/>
        </p:nvSpPr>
        <p:spPr>
          <a:xfrm>
            <a:off x="0" y="3390033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GitHub Repository: </a:t>
            </a:r>
            <a:r>
              <a:rPr lang="en-US" dirty="0">
                <a:hlinkClick r:id="rId3"/>
              </a:rPr>
              <a:t>github.com/berkanserbes/smart-appointment-system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408</Words>
  <Application>Microsoft Office PowerPoint</Application>
  <PresentationFormat>On-screen Show (16:9)</PresentationFormat>
  <Paragraphs>81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YZ Destekli Yazılım Test Mühendisliği</dc:title>
  <dc:subject>PptxGenJS Presentation</dc:subject>
  <dc:creator>PptxGenJS</dc:creator>
  <cp:lastModifiedBy>Berkan Serbes</cp:lastModifiedBy>
  <cp:revision>17</cp:revision>
  <dcterms:created xsi:type="dcterms:W3CDTF">2026-05-15T06:13:46Z</dcterms:created>
  <dcterms:modified xsi:type="dcterms:W3CDTF">2026-05-15T10:34:34Z</dcterms:modified>
</cp:coreProperties>
</file>